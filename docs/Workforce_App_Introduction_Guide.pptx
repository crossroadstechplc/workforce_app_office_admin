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D4ED8"/>
                </a:solidFill>
                <a:latin typeface="Calibri"/>
              </a:rPr>
              <a:t>WORKFORCE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App Introduction Guide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Page-by-page walkthrough of Workforce Control (SaaS + Company + Office),
the Employee app, Lobby Display, and Task Operations.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START HERE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Who uses which app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Six surfaces. One company identity. Clear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Product map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1. Platform (SaaS)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SUPER_ADMIN — create companies &amp; company admins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2. Company admin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ORG_ADMIN — setup offices, schedules, staff, ops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3. Office admin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OFFICE_ADMIN — day-to-day ops for assigned offices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4. Employee app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Check-in/out, leave, chat, meetings, performance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5. Lobby display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Tablet board: who’s in + meeting rooms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D4ED8"/>
                </a:solidFill>
                <a:latin typeface="Calibri"/>
              </a:rPr>
              <a:t>6. Task Operations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Projects &amp; Kanban using the same people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ENTRY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Admin sign-in — Workforce Control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/login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Real screenshot of the live admin portal login. Platform, company, and office admins all enter here; role decides the sidebar after sign-in.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Use admin email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Forced password change may appear first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Multi-role accounts get a context picker</a:t>
            </a:r>
          </a:p>
        </p:txBody>
      </p:sp>
      <p:pic>
        <p:nvPicPr>
          <p:cNvPr id="4" name="Picture 3" descr="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A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Platform (SaaS) side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Create tenants and company admins — the start of every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PLATFORM / SaaS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Platform dashboard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/platform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SaaS home: tenant health across all organizations on this deployment.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See how many companies (tenants) are active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Jump to Organizations, Company Admins, Audit</a:t>
            </a:r>
          </a:p>
        </p:txBody>
      </p:sp>
      <p:pic>
        <p:nvPicPr>
          <p:cNvPr id="4" name="Picture 3" descr="platfor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PLATFORM / SaaS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Organizations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/organizations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Create and manage customer companies (SaaS tenants).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Add a new organization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Activate / manage tenant records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Start of company onboarding</a:t>
            </a:r>
          </a:p>
        </p:txBody>
      </p:sp>
      <p:pic>
        <p:nvPicPr>
          <p:cNvPr id="4" name="Picture 3" descr="organiz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PLATFORM / SaaS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Company Admins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/org-admins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Provision ORG_ADMIN users who own a company workspace.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Invite or create company admins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They configure offices, schedules, and staff</a:t>
            </a:r>
          </a:p>
        </p:txBody>
      </p:sp>
      <p:pic>
        <p:nvPicPr>
          <p:cNvPr id="4" name="Picture 3" descr="org_adm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PLATFORM / SaaS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Audit log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/audit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Recent platform-level administrative events.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Security / change history for the SaaS side</a:t>
            </a:r>
          </a:p>
        </p:txBody>
      </p:sp>
      <p:pic>
        <p:nvPicPr>
          <p:cNvPr id="4" name="Picture 3" descr="platform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PLATFORM / SaaS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Notifications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/notifications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Operational alerts for the signed-in platform admin.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Realtime refresh when new alerts arrive</a:t>
            </a:r>
          </a:p>
        </p:txBody>
      </p:sp>
      <p:pic>
        <p:nvPicPr>
          <p:cNvPr id="4" name="Picture 3" descr="platform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B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Company admin — setup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Map offices, set hours, add people. This is the foundation.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Company dashboard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/dashboard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Organization-wide view of today’s workforce activity.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Employees, checked in, late, on leave, missing checkout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Quick pulse before diving into ops</a:t>
            </a:r>
          </a:p>
        </p:txBody>
      </p:sp>
      <p:pic>
        <p:nvPicPr>
          <p:cNvPr id="4" name="Picture 3" descr="compan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Offices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/offices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Approved work locations with map pin + GPS radius (geofence).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Where employees are allowed to check 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Foundation for attendance proof</a:t>
            </a:r>
          </a:p>
        </p:txBody>
      </p:sp>
      <p:pic>
        <p:nvPicPr>
          <p:cNvPr id="4" name="Picture 3" descr="off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Schedules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/schedules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Expected check-in / check-out times, grace, and working days.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Defines late / early / overtime rules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Assigned to each employee</a:t>
            </a:r>
          </a:p>
        </p:txBody>
      </p:sp>
      <p:pic>
        <p:nvPicPr>
          <p:cNvPr id="4" name="Picture 3" descr="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Departments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/departments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Optional structure for organizing employees.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Used on employee profiles and filtering</a:t>
            </a:r>
          </a:p>
        </p:txBody>
      </p:sp>
      <p:pic>
        <p:nvPicPr>
          <p:cNvPr id="4" name="Picture 3" descr="de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Employees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/employees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Register staff, assign office + schedule, manage access.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Invite employees to the mobile/web app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Open a person for full detail</a:t>
            </a:r>
          </a:p>
        </p:txBody>
      </p:sp>
      <p:pic>
        <p:nvPicPr>
          <p:cNvPr id="4" name="Picture 3" descr="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Employee detail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/employees/[id]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Single employee identity, assignment, and workforce data.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Edit profile / assignment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See related attendance context</a:t>
            </a:r>
          </a:p>
        </p:txBody>
      </p:sp>
      <p:pic>
        <p:nvPicPr>
          <p:cNvPr id="4" name="Picture 3" descr="employe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Office Admins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/office-admins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Assign day-to-day admins to one or more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Office admins cannot change company setup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Scoped ops only</a:t>
            </a:r>
          </a:p>
        </p:txBody>
      </p:sp>
      <p:pic>
        <p:nvPicPr>
          <p:cNvPr id="4" name="Picture 3" descr="office_adm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Evaluation templates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/performance/templates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Build scoring areas / templates used in performance cycles.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Reusable evaluation structure</a:t>
            </a:r>
          </a:p>
        </p:txBody>
      </p:sp>
      <p:pic>
        <p:nvPicPr>
          <p:cNvPr id="4" name="Picture 3" descr="perf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Evaluation cycles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/performance/cycles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Create and run review cycles (draft → active).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When the company runs performance</a:t>
            </a:r>
          </a:p>
        </p:txBody>
      </p:sp>
      <p:pic>
        <p:nvPicPr>
          <p:cNvPr id="4" name="Picture 3" descr="perf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SETUP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Private vault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/vault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PIN-locked storage for office credentials / subscription ranges.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Sensitive company ops data, separate from attendance</a:t>
            </a:r>
          </a:p>
        </p:txBody>
      </p:sp>
      <p:pic>
        <p:nvPicPr>
          <p:cNvPr id="4" name="Picture 3" descr="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B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Company admin — daily operations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Attendance, leave, chat, meetings, tasks, performance, reports.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Attendance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/attendance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Full roster attendance by day / month / range with exceptions.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Who is present, late, missing checkout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Location / photo evidence when required</a:t>
            </a:r>
          </a:p>
        </p:txBody>
      </p:sp>
      <p:pic>
        <p:nvPicPr>
          <p:cNvPr id="4" name="Picture 3" descr="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Holidays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/holidays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Public + custom rest days; auto-apply or manual apply to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Blocks check-in on holiday days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Keeps calendars clean</a:t>
            </a:r>
          </a:p>
        </p:txBody>
      </p:sp>
      <p:pic>
        <p:nvPicPr>
          <p:cNvPr id="4" name="Picture 3" descr="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Worksheets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/worksheets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Daily worksheet roster: submitted / reviewed / missing.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What people reported they worked on</a:t>
            </a:r>
          </a:p>
        </p:txBody>
      </p:sp>
      <p:pic>
        <p:nvPicPr>
          <p:cNvPr id="4" name="Picture 3" descr="work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Leave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/leave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Approve or reject leave and attendance correction requests.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Protects attendance from conflicting leave</a:t>
            </a:r>
          </a:p>
        </p:txBody>
      </p:sp>
      <p:pic>
        <p:nvPicPr>
          <p:cNvPr id="4" name="Picture 3" descr="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Performance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/performance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Queue of evaluations awaiting self-score / evaluator / done.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Can factor attendance reliability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Open a single evaluation for scoring</a:t>
            </a:r>
          </a:p>
        </p:txBody>
      </p:sp>
      <p:pic>
        <p:nvPicPr>
          <p:cNvPr id="4" name="Picture 3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Task Operations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/task-operations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In-portal overview + Continue into the full task board.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company people synced into projects / Kanban</a:t>
            </a:r>
          </a:p>
        </p:txBody>
      </p:sp>
      <p:pic>
        <p:nvPicPr>
          <p:cNvPr id="4" name="Picture 3" descr="task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Chat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/chat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Message employees; threads appear under Admin chat on the employee app.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Operational messaging inside Workforce</a:t>
            </a:r>
          </a:p>
        </p:txBody>
      </p:sp>
      <p:pic>
        <p:nvPicPr>
          <p:cNvPr id="4" name="Picture 3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Meeting bookings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/meetings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Live room bookings; reschedule / reassign rooms.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No separate booking tool needed</a:t>
            </a:r>
          </a:p>
        </p:txBody>
      </p:sp>
      <p:pic>
        <p:nvPicPr>
          <p:cNvPr id="4" name="Picture 3" descr="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Meeting rooms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/meetings/rooms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Define rooms per office for free-slot booking.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Used by employees and lobby displays</a:t>
            </a:r>
          </a:p>
        </p:txBody>
      </p:sp>
      <p:pic>
        <p:nvPicPr>
          <p:cNvPr id="4" name="Picture 3" descr="meeting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Lobby displays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/meetings/displays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Pair office tablets with a one-time PIN.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Read-only people board + meeting timelines</a:t>
            </a:r>
          </a:p>
        </p:txBody>
      </p:sp>
      <p:pic>
        <p:nvPicPr>
          <p:cNvPr id="4" name="Picture 3" descr="displ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Reports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/reports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Operational workforce reports with CSV export.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Leadership / payroll-friendly extracts</a:t>
            </a:r>
          </a:p>
        </p:txBody>
      </p:sp>
      <p:pic>
        <p:nvPicPr>
          <p:cNvPr id="4" name="Picture 3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Notifications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/notifications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Tenant-scoped operational alerts inbox.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Deep links into the related workflow</a:t>
            </a:r>
          </a:p>
        </p:txBody>
      </p:sp>
      <p:pic>
        <p:nvPicPr>
          <p:cNvPr id="4" name="Picture 3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COMPANY OPS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Audit log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/audit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Company administrative / workforce change history.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Accountability trail</a:t>
            </a:r>
          </a:p>
        </p:txBody>
      </p:sp>
      <p:pic>
        <p:nvPicPr>
          <p:cNvPr id="4" name="Picture 3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C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Office admin side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Office Admin sees the same day-to-day ops pages, scoped to assigned office(s). They do NOT get company setup: Offices, Schedules, Departments, Office Admins, Performance templates/cycles, Meetings stack, or Vault.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Office dashboard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/dashboard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Today’s workforce activity for assigned office(s) only.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metrics as company, scoped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Badge shows office scope</a:t>
            </a:r>
          </a:p>
        </p:txBody>
      </p:sp>
      <p:pic>
        <p:nvPicPr>
          <p:cNvPr id="4" name="Picture 3" descr="offi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Employees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/employees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Register/manage employees in assigned offices only.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Cannot configure company-wide offices/schedules</a:t>
            </a:r>
          </a:p>
        </p:txBody>
      </p:sp>
      <p:pic>
        <p:nvPicPr>
          <p:cNvPr id="4" name="Picture 3" descr="office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Attendance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/attendance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Daily attendance for assigned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Monitor presence and exceptions locally</a:t>
            </a:r>
          </a:p>
        </p:txBody>
      </p:sp>
      <p:pic>
        <p:nvPicPr>
          <p:cNvPr id="4" name="Picture 3" descr="office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Holidays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/holidays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Browse / apply holidays for assigned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Keep local calendar correct</a:t>
            </a:r>
          </a:p>
        </p:txBody>
      </p:sp>
      <p:pic>
        <p:nvPicPr>
          <p:cNvPr id="4" name="Picture 3" descr="office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Worksheets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/worksheets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Worksheet submissions for assigned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Review what was submitted today</a:t>
            </a:r>
          </a:p>
        </p:txBody>
      </p:sp>
      <p:pic>
        <p:nvPicPr>
          <p:cNvPr id="4" name="Picture 3" descr="office_work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Leave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/leave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Leave &amp; attendance corrections for assigned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Approve requests that affect the office</a:t>
            </a:r>
          </a:p>
        </p:txBody>
      </p:sp>
      <p:pic>
        <p:nvPicPr>
          <p:cNvPr id="4" name="Picture 3" descr="office_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Performance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/performance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Office performance queue (no template/cycle setup).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Score / follow evaluations in scope</a:t>
            </a:r>
          </a:p>
        </p:txBody>
      </p:sp>
      <p:pic>
        <p:nvPicPr>
          <p:cNvPr id="4" name="Picture 3" descr="offic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Task Operations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/task-operations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Task overview + continue to board.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Operational work for the office team</a:t>
            </a:r>
          </a:p>
        </p:txBody>
      </p:sp>
      <p:pic>
        <p:nvPicPr>
          <p:cNvPr id="4" name="Picture 3" descr="office_task_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Chat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/chat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Message employees (office-filtered directory).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Stay inside the product for coordination</a:t>
            </a:r>
          </a:p>
        </p:txBody>
      </p:sp>
      <p:pic>
        <p:nvPicPr>
          <p:cNvPr id="4" name="Picture 3" descr="office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OFFICE ADMIN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Reports (office)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/reports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Reports scoped to assigned offices.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Local insights without company-wide setup access</a:t>
            </a:r>
          </a:p>
        </p:txBody>
      </p:sp>
      <p:pic>
        <p:nvPicPr>
          <p:cNvPr id="4" name="Picture 3" descr="offic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D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Employee-facing app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Time clock, leave, chat, meetings, and self-evaluations on mobile/web.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Login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/login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Sign in with email or employee code (org slug when needed).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Time Clock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/home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Check in / out with GPS (and photo when company requires it). Late reason when late.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History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/history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Past attendance days, holidays, worksheets, multi-day corrections.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Leave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/leave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Request leave, see balances/history, submit attendance corrections.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Meetings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/meetings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Book meeting rooms and view upcoming bookings.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mee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Chat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/chat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Personal / Group / Admin tabs — message colleagues and admins.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Performance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/evaluations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Open and complete self-evaluations when a cycle is active.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eval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Profile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/profile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Identity, job title, office, and schedule.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Settings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/settings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Language, theme, password change, sign out.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EMPLOYEE APP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Notifications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/notifications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In-app alerts with deep links into leave, attendance, chat, etc.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Primary employee surface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Same org identity as admin portal</a:t>
            </a:r>
          </a:p>
        </p:txBody>
      </p:sp>
      <p:pic>
        <p:nvPicPr>
          <p:cNvPr id="4" name="Picture 3" descr="emp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E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Lobby Display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Pair a tablet once — then it shows presence and meetings.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DISPLAY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Pair display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disp_pair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Enter the 6-digit PIN from Admin → Lobby displays to bind the tablet to an office.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Read-only kiosk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Bound to one office</a:t>
            </a:r>
          </a:p>
        </p:txBody>
      </p:sp>
      <p:pic>
        <p:nvPicPr>
          <p:cNvPr id="4" name="Picture 3" descr="disp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DISPLAY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Lobby board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disp_board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Landscape kiosk: who’s in today and/or meeting-room timelines (rooms / people / both).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Read-only kiosk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Bound to one office</a:t>
            </a:r>
          </a:p>
        </p:txBody>
      </p:sp>
      <p:pic>
        <p:nvPicPr>
          <p:cNvPr id="4" name="Picture 3" descr="disp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Calibri"/>
              </a:rPr>
              <a:t>SECTION F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Task Operations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B8C5CD"/>
                </a:solidFill>
                <a:latin typeface="Calibri"/>
              </a:rPr>
              <a:t>Projects and boards for the same company people.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Portal overview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tt_overview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Admin Task Operations page: counts, people, recent tasks, Continue button.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Tasks board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tt_tasks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Kanban board filtered by project / team / member.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Schedule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tt_schedule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Week calendar of schedule events with guests and projects.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Completed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tt_completed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Archive of finished tasks.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compl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Teams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tt_teams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Organize people into teams.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t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Team members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tt_members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Workforce-synced people + Task Ops permission roles.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me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Projects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tt_projects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Create and manage projects.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493776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4ED8"/>
                </a:solidFill>
                <a:latin typeface="Calibri"/>
              </a:rPr>
              <a:t>TASK OPERATIONS</a:t>
            </a:r>
          </a:p>
          <a:p>
            <a:r>
              <a:rPr sz="2400" b="1">
                <a:solidFill>
                  <a:srgbClr val="0F172A"/>
                </a:solidFill>
                <a:latin typeface="Calibri"/>
              </a:rPr>
              <a:t>Permissions</a:t>
            </a:r>
          </a:p>
          <a:p>
            <a:r>
              <a:rPr sz="1100" b="0">
                <a:solidFill>
                  <a:srgbClr val="64748B"/>
                </a:solidFill>
                <a:latin typeface="Calibri"/>
              </a:rPr>
              <a:t>tt_permissions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Role permission matrix for Task Operations.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SSO continue from admin</a:t>
            </a:r>
          </a:p>
          <a:p>
            <a:pPr>
              <a:spcBef>
                <a:spcPts val="800"/>
              </a:spcBef>
            </a:pPr>
            <a:r>
              <a:rPr sz="1200" b="0">
                <a:solidFill>
                  <a:srgbClr val="334155"/>
                </a:solidFill>
                <a:latin typeface="Calibri"/>
              </a:rPr>
              <a:t>•  Own permission matrix</a:t>
            </a:r>
          </a:p>
        </p:txBody>
      </p:sp>
      <p:pic>
        <p:nvPicPr>
          <p:cNvPr id="4" name="Picture 3" descr="tt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"/>
            <a:ext cx="63093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How to present this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1) Start with product map → who signs into which surface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2) Platform: create org + company admin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3) Company: Offices → Schedules → Employees → daily ops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4) Contrast Office Admin (scoped, no company setup)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5) Employee Time Clock → Leave → Chat → Performance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B8C5CD"/>
                </a:solidFill>
                <a:latin typeface="Calibri"/>
              </a:rPr>
              <a:t>6) Display pairing + Task Operations Continue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